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57" r:id="rId4"/>
    <p:sldId id="265" r:id="rId5"/>
    <p:sldId id="259" r:id="rId6"/>
    <p:sldId id="258" r:id="rId7"/>
    <p:sldId id="260" r:id="rId8"/>
    <p:sldId id="266" r:id="rId9"/>
    <p:sldId id="261" r:id="rId10"/>
    <p:sldId id="267" r:id="rId11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9FD3E1"/>
    <a:srgbClr val="70BDD2"/>
    <a:srgbClr val="3D3333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5593" autoAdjust="0"/>
  </p:normalViewPr>
  <p:slideViewPr>
    <p:cSldViewPr>
      <p:cViewPr varScale="1">
        <p:scale>
          <a:sx n="52" d="100"/>
          <a:sy n="52" d="100"/>
        </p:scale>
        <p:origin x="85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42CF8B-034B-4BA0-B7FB-0886A5DE5D89}" type="doc">
      <dgm:prSet loTypeId="urn:microsoft.com/office/officeart/2011/layout/HexagonRadial" loCatId="cycle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942CE6FB-94A8-469B-8521-5317865E1071}">
      <dgm:prSet phldrT="[Text]"/>
      <dgm:spPr/>
      <dgm:t>
        <a:bodyPr/>
        <a:lstStyle/>
        <a:p>
          <a:r>
            <a:rPr lang="en-US" dirty="0"/>
            <a:t>TECH STACK</a:t>
          </a:r>
        </a:p>
      </dgm:t>
    </dgm:pt>
    <dgm:pt modelId="{2C2BEA9E-974C-41C1-BCBE-52E6A0FA36B6}" type="parTrans" cxnId="{5987527B-C2AA-416B-AE89-360734BD2868}">
      <dgm:prSet/>
      <dgm:spPr/>
      <dgm:t>
        <a:bodyPr/>
        <a:lstStyle/>
        <a:p>
          <a:endParaRPr lang="en-US"/>
        </a:p>
      </dgm:t>
    </dgm:pt>
    <dgm:pt modelId="{1F144281-5711-4620-A039-CB73FFE5F351}" type="sibTrans" cxnId="{5987527B-C2AA-416B-AE89-360734BD2868}">
      <dgm:prSet/>
      <dgm:spPr/>
      <dgm:t>
        <a:bodyPr/>
        <a:lstStyle/>
        <a:p>
          <a:endParaRPr lang="en-US"/>
        </a:p>
      </dgm:t>
    </dgm:pt>
    <dgm:pt modelId="{9ABA984B-D25E-4032-819A-EECB0FBDE1F3}">
      <dgm:prSet phldrT="[Text]"/>
      <dgm:spPr/>
      <dgm:t>
        <a:bodyPr/>
        <a:lstStyle/>
        <a:p>
          <a:r>
            <a:rPr lang="en-US" dirty="0"/>
            <a:t>Machine learning</a:t>
          </a:r>
        </a:p>
      </dgm:t>
    </dgm:pt>
    <dgm:pt modelId="{D6C701B5-13FB-45B8-B0FA-424E36C9C0F3}" type="parTrans" cxnId="{EB0B6EF8-FB79-4B9B-AA6B-74445370E9FB}">
      <dgm:prSet/>
      <dgm:spPr/>
      <dgm:t>
        <a:bodyPr/>
        <a:lstStyle/>
        <a:p>
          <a:endParaRPr lang="en-US"/>
        </a:p>
      </dgm:t>
    </dgm:pt>
    <dgm:pt modelId="{A976898E-9332-47EB-83E0-3AF822D22FBF}" type="sibTrans" cxnId="{EB0B6EF8-FB79-4B9B-AA6B-74445370E9FB}">
      <dgm:prSet/>
      <dgm:spPr/>
      <dgm:t>
        <a:bodyPr/>
        <a:lstStyle/>
        <a:p>
          <a:endParaRPr lang="en-US"/>
        </a:p>
      </dgm:t>
    </dgm:pt>
    <dgm:pt modelId="{8A803270-7F7B-4F9B-8ACF-052BB5FB5655}">
      <dgm:prSet phldrT="[Text]"/>
      <dgm:spPr/>
      <dgm:t>
        <a:bodyPr/>
        <a:lstStyle/>
        <a:p>
          <a:r>
            <a:rPr lang="en-US" dirty="0"/>
            <a:t>HTML</a:t>
          </a:r>
        </a:p>
      </dgm:t>
    </dgm:pt>
    <dgm:pt modelId="{E1CDE51E-2345-4CAA-99E9-89BA698C8ABE}" type="parTrans" cxnId="{0205B965-FBEF-42D9-9C8E-18AF21B3E1C3}">
      <dgm:prSet/>
      <dgm:spPr/>
      <dgm:t>
        <a:bodyPr/>
        <a:lstStyle/>
        <a:p>
          <a:endParaRPr lang="en-US"/>
        </a:p>
      </dgm:t>
    </dgm:pt>
    <dgm:pt modelId="{981B075F-EE80-4FA9-B338-6BF7913CD0EA}" type="sibTrans" cxnId="{0205B965-FBEF-42D9-9C8E-18AF21B3E1C3}">
      <dgm:prSet/>
      <dgm:spPr/>
      <dgm:t>
        <a:bodyPr/>
        <a:lstStyle/>
        <a:p>
          <a:endParaRPr lang="en-US"/>
        </a:p>
      </dgm:t>
    </dgm:pt>
    <dgm:pt modelId="{61B5BF85-6DD1-46D2-8782-AF52CC82A064}">
      <dgm:prSet phldrT="[Text]"/>
      <dgm:spPr/>
      <dgm:t>
        <a:bodyPr/>
        <a:lstStyle/>
        <a:p>
          <a:r>
            <a:rPr lang="en-US" dirty="0"/>
            <a:t>CSS</a:t>
          </a:r>
        </a:p>
      </dgm:t>
    </dgm:pt>
    <dgm:pt modelId="{08F11F7A-99E2-48DE-BD97-0A46193FDAD8}" type="parTrans" cxnId="{CFEF6F5A-E1C3-409A-89B5-19681445F827}">
      <dgm:prSet/>
      <dgm:spPr/>
      <dgm:t>
        <a:bodyPr/>
        <a:lstStyle/>
        <a:p>
          <a:endParaRPr lang="en-US"/>
        </a:p>
      </dgm:t>
    </dgm:pt>
    <dgm:pt modelId="{B75F76AB-CDD0-45F5-B878-70C171F16944}" type="sibTrans" cxnId="{CFEF6F5A-E1C3-409A-89B5-19681445F827}">
      <dgm:prSet/>
      <dgm:spPr/>
      <dgm:t>
        <a:bodyPr/>
        <a:lstStyle/>
        <a:p>
          <a:endParaRPr lang="en-US"/>
        </a:p>
      </dgm:t>
    </dgm:pt>
    <dgm:pt modelId="{BC85432A-16A4-49BA-8FF4-83E9777D33E9}">
      <dgm:prSet phldrT="[Text]"/>
      <dgm:spPr/>
      <dgm:t>
        <a:bodyPr/>
        <a:lstStyle/>
        <a:p>
          <a:r>
            <a:rPr lang="en-US" dirty="0" err="1"/>
            <a:t>Javascript</a:t>
          </a:r>
          <a:endParaRPr lang="en-US" dirty="0"/>
        </a:p>
      </dgm:t>
    </dgm:pt>
    <dgm:pt modelId="{BDFF189C-4A42-4A58-9ACB-60C8898CBD78}" type="parTrans" cxnId="{DFF10545-2C29-4349-B9C4-52E62AF93AA5}">
      <dgm:prSet/>
      <dgm:spPr/>
      <dgm:t>
        <a:bodyPr/>
        <a:lstStyle/>
        <a:p>
          <a:endParaRPr lang="en-US"/>
        </a:p>
      </dgm:t>
    </dgm:pt>
    <dgm:pt modelId="{3915D358-FD91-4DB5-BC9A-B676199F0BB2}" type="sibTrans" cxnId="{DFF10545-2C29-4349-B9C4-52E62AF93AA5}">
      <dgm:prSet/>
      <dgm:spPr/>
      <dgm:t>
        <a:bodyPr/>
        <a:lstStyle/>
        <a:p>
          <a:endParaRPr lang="en-US"/>
        </a:p>
      </dgm:t>
    </dgm:pt>
    <dgm:pt modelId="{B143EFE3-8A4A-4083-9FE7-295C4CA40F95}">
      <dgm:prSet phldrT="[Text]" phldr="1"/>
      <dgm:spPr/>
      <dgm:t>
        <a:bodyPr/>
        <a:lstStyle/>
        <a:p>
          <a:endParaRPr lang="en-US" dirty="0"/>
        </a:p>
      </dgm:t>
    </dgm:pt>
    <dgm:pt modelId="{F11BE43E-D605-4593-AF6F-9E886491FC86}" type="parTrans" cxnId="{91C89CDA-C0BA-41FF-B2E2-33E546D576E1}">
      <dgm:prSet/>
      <dgm:spPr/>
      <dgm:t>
        <a:bodyPr/>
        <a:lstStyle/>
        <a:p>
          <a:endParaRPr lang="en-US"/>
        </a:p>
      </dgm:t>
    </dgm:pt>
    <dgm:pt modelId="{1A95BA71-D062-4068-AB2A-0CADD1F99CD8}" type="sibTrans" cxnId="{91C89CDA-C0BA-41FF-B2E2-33E546D576E1}">
      <dgm:prSet/>
      <dgm:spPr/>
      <dgm:t>
        <a:bodyPr/>
        <a:lstStyle/>
        <a:p>
          <a:endParaRPr lang="en-US"/>
        </a:p>
      </dgm:t>
    </dgm:pt>
    <dgm:pt modelId="{1BF661D1-0089-4EE7-B933-6DE89E89DB80}">
      <dgm:prSet phldrT="[Text]"/>
      <dgm:spPr/>
      <dgm:t>
        <a:bodyPr/>
        <a:lstStyle/>
        <a:p>
          <a:r>
            <a:rPr lang="en-US" dirty="0"/>
            <a:t>Python</a:t>
          </a:r>
        </a:p>
      </dgm:t>
    </dgm:pt>
    <dgm:pt modelId="{E6F62FB3-2803-4D63-B33D-A7B9F3EEC763}" type="parTrans" cxnId="{D3AAF1C9-B486-49E4-8424-668FC5D186D8}">
      <dgm:prSet/>
      <dgm:spPr/>
      <dgm:t>
        <a:bodyPr/>
        <a:lstStyle/>
        <a:p>
          <a:endParaRPr lang="en-US"/>
        </a:p>
      </dgm:t>
    </dgm:pt>
    <dgm:pt modelId="{73BBEB01-A24A-48FF-A3E2-6849B98A9A6F}" type="sibTrans" cxnId="{D3AAF1C9-B486-49E4-8424-668FC5D186D8}">
      <dgm:prSet/>
      <dgm:spPr/>
      <dgm:t>
        <a:bodyPr/>
        <a:lstStyle/>
        <a:p>
          <a:endParaRPr lang="en-US"/>
        </a:p>
      </dgm:t>
    </dgm:pt>
    <dgm:pt modelId="{812291B4-2A93-4F27-99E4-DA8FB6B0AAF0}" type="pres">
      <dgm:prSet presAssocID="{E142CF8B-034B-4BA0-B7FB-0886A5DE5D89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49BAD5C8-3D66-4A52-8C4D-5CBA15CEA364}" type="pres">
      <dgm:prSet presAssocID="{942CE6FB-94A8-469B-8521-5317865E1071}" presName="Parent" presStyleLbl="node0" presStyleIdx="0" presStyleCnt="1">
        <dgm:presLayoutVars>
          <dgm:chMax val="6"/>
          <dgm:chPref val="6"/>
        </dgm:presLayoutVars>
      </dgm:prSet>
      <dgm:spPr/>
    </dgm:pt>
    <dgm:pt modelId="{BD6A4837-B4C3-4CB2-93E3-EFEACF46D7B2}" type="pres">
      <dgm:prSet presAssocID="{9ABA984B-D25E-4032-819A-EECB0FBDE1F3}" presName="Accent1" presStyleCnt="0"/>
      <dgm:spPr/>
    </dgm:pt>
    <dgm:pt modelId="{FA03EFF9-0972-4C57-ACD6-BD47E3A068F7}" type="pres">
      <dgm:prSet presAssocID="{9ABA984B-D25E-4032-819A-EECB0FBDE1F3}" presName="Accent" presStyleLbl="bgShp" presStyleIdx="0" presStyleCnt="6"/>
      <dgm:spPr/>
    </dgm:pt>
    <dgm:pt modelId="{1A4C545A-2B0A-4D32-B191-1198B87AD5AE}" type="pres">
      <dgm:prSet presAssocID="{9ABA984B-D25E-4032-819A-EECB0FBDE1F3}" presName="Child1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FA0A066B-92F0-4222-B30D-6373F706FCB8}" type="pres">
      <dgm:prSet presAssocID="{8A803270-7F7B-4F9B-8ACF-052BB5FB5655}" presName="Accent2" presStyleCnt="0"/>
      <dgm:spPr/>
    </dgm:pt>
    <dgm:pt modelId="{9EA4DD3A-57CF-424C-A391-967CCB264CD6}" type="pres">
      <dgm:prSet presAssocID="{8A803270-7F7B-4F9B-8ACF-052BB5FB5655}" presName="Accent" presStyleLbl="bgShp" presStyleIdx="1" presStyleCnt="6"/>
      <dgm:spPr/>
    </dgm:pt>
    <dgm:pt modelId="{4CC72649-FAAF-4839-A1A6-8256C25C1CF7}" type="pres">
      <dgm:prSet presAssocID="{8A803270-7F7B-4F9B-8ACF-052BB5FB5655}" presName="Child2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C45F90D1-73DC-4894-8FEB-35AFDB445CB4}" type="pres">
      <dgm:prSet presAssocID="{61B5BF85-6DD1-46D2-8782-AF52CC82A064}" presName="Accent3" presStyleCnt="0"/>
      <dgm:spPr/>
    </dgm:pt>
    <dgm:pt modelId="{F0B2AADD-E94A-4108-8C70-E68BD13772C1}" type="pres">
      <dgm:prSet presAssocID="{61B5BF85-6DD1-46D2-8782-AF52CC82A064}" presName="Accent" presStyleLbl="bgShp" presStyleIdx="2" presStyleCnt="6"/>
      <dgm:spPr/>
    </dgm:pt>
    <dgm:pt modelId="{8D9090B3-7959-474F-97C5-A88D2B2AF355}" type="pres">
      <dgm:prSet presAssocID="{61B5BF85-6DD1-46D2-8782-AF52CC82A064}" presName="Child3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10E35CF4-9896-4C55-B2A4-CAF89CA3FD50}" type="pres">
      <dgm:prSet presAssocID="{BC85432A-16A4-49BA-8FF4-83E9777D33E9}" presName="Accent4" presStyleCnt="0"/>
      <dgm:spPr/>
    </dgm:pt>
    <dgm:pt modelId="{B18DC8E2-067F-4449-8912-0EA5842F5B69}" type="pres">
      <dgm:prSet presAssocID="{BC85432A-16A4-49BA-8FF4-83E9777D33E9}" presName="Accent" presStyleLbl="bgShp" presStyleIdx="3" presStyleCnt="6"/>
      <dgm:spPr/>
    </dgm:pt>
    <dgm:pt modelId="{81ED799A-E150-4841-8230-0B3202C87B2B}" type="pres">
      <dgm:prSet presAssocID="{BC85432A-16A4-49BA-8FF4-83E9777D33E9}" presName="Child4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EED01A13-0D4E-4BA4-B463-4BE9FE8742B0}" type="pres">
      <dgm:prSet presAssocID="{B143EFE3-8A4A-4083-9FE7-295C4CA40F95}" presName="Accent5" presStyleCnt="0"/>
      <dgm:spPr/>
    </dgm:pt>
    <dgm:pt modelId="{7A50EC39-0904-4469-A9A7-9F3A484E395F}" type="pres">
      <dgm:prSet presAssocID="{B143EFE3-8A4A-4083-9FE7-295C4CA40F95}" presName="Accent" presStyleLbl="bgShp" presStyleIdx="4" presStyleCnt="6"/>
      <dgm:spPr/>
    </dgm:pt>
    <dgm:pt modelId="{18C5A95A-7D16-4A11-9D60-4629A0B07ACD}" type="pres">
      <dgm:prSet presAssocID="{B143EFE3-8A4A-4083-9FE7-295C4CA40F95}" presName="Child5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B4736ED-9A59-43C9-9B38-C4AA2B2D36F1}" type="pres">
      <dgm:prSet presAssocID="{1BF661D1-0089-4EE7-B933-6DE89E89DB80}" presName="Accent6" presStyleCnt="0"/>
      <dgm:spPr/>
    </dgm:pt>
    <dgm:pt modelId="{5C0D6683-DD99-4CF3-8FB9-A3BC7F9DB601}" type="pres">
      <dgm:prSet presAssocID="{1BF661D1-0089-4EE7-B933-6DE89E89DB80}" presName="Accent" presStyleLbl="bgShp" presStyleIdx="5" presStyleCnt="6"/>
      <dgm:spPr/>
    </dgm:pt>
    <dgm:pt modelId="{345B8152-51E4-4CE1-A641-8B9DD615EB7C}" type="pres">
      <dgm:prSet presAssocID="{1BF661D1-0089-4EE7-B933-6DE89E89DB80}" presName="Child6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7F3E123A-2DBF-4A27-8A87-B047AEB0406A}" type="presOf" srcId="{8A803270-7F7B-4F9B-8ACF-052BB5FB5655}" destId="{4CC72649-FAAF-4839-A1A6-8256C25C1CF7}" srcOrd="0" destOrd="0" presId="urn:microsoft.com/office/officeart/2011/layout/HexagonRadial"/>
    <dgm:cxn modelId="{7115783E-A428-48AD-9D46-09115DE0CF1D}" type="presOf" srcId="{B143EFE3-8A4A-4083-9FE7-295C4CA40F95}" destId="{18C5A95A-7D16-4A11-9D60-4629A0B07ACD}" srcOrd="0" destOrd="0" presId="urn:microsoft.com/office/officeart/2011/layout/HexagonRadial"/>
    <dgm:cxn modelId="{DD987D63-AA84-49BE-BCB7-081EC238E872}" type="presOf" srcId="{942CE6FB-94A8-469B-8521-5317865E1071}" destId="{49BAD5C8-3D66-4A52-8C4D-5CBA15CEA364}" srcOrd="0" destOrd="0" presId="urn:microsoft.com/office/officeart/2011/layout/HexagonRadial"/>
    <dgm:cxn modelId="{DFF10545-2C29-4349-B9C4-52E62AF93AA5}" srcId="{942CE6FB-94A8-469B-8521-5317865E1071}" destId="{BC85432A-16A4-49BA-8FF4-83E9777D33E9}" srcOrd="3" destOrd="0" parTransId="{BDFF189C-4A42-4A58-9ACB-60C8898CBD78}" sibTransId="{3915D358-FD91-4DB5-BC9A-B676199F0BB2}"/>
    <dgm:cxn modelId="{0205B965-FBEF-42D9-9C8E-18AF21B3E1C3}" srcId="{942CE6FB-94A8-469B-8521-5317865E1071}" destId="{8A803270-7F7B-4F9B-8ACF-052BB5FB5655}" srcOrd="1" destOrd="0" parTransId="{E1CDE51E-2345-4CAA-99E9-89BA698C8ABE}" sibTransId="{981B075F-EE80-4FA9-B338-6BF7913CD0EA}"/>
    <dgm:cxn modelId="{CFEF6F5A-E1C3-409A-89B5-19681445F827}" srcId="{942CE6FB-94A8-469B-8521-5317865E1071}" destId="{61B5BF85-6DD1-46D2-8782-AF52CC82A064}" srcOrd="2" destOrd="0" parTransId="{08F11F7A-99E2-48DE-BD97-0A46193FDAD8}" sibTransId="{B75F76AB-CDD0-45F5-B878-70C171F16944}"/>
    <dgm:cxn modelId="{5987527B-C2AA-416B-AE89-360734BD2868}" srcId="{E142CF8B-034B-4BA0-B7FB-0886A5DE5D89}" destId="{942CE6FB-94A8-469B-8521-5317865E1071}" srcOrd="0" destOrd="0" parTransId="{2C2BEA9E-974C-41C1-BCBE-52E6A0FA36B6}" sibTransId="{1F144281-5711-4620-A039-CB73FFE5F351}"/>
    <dgm:cxn modelId="{DF6851B7-895E-43F1-B192-67DC18DBEC26}" type="presOf" srcId="{9ABA984B-D25E-4032-819A-EECB0FBDE1F3}" destId="{1A4C545A-2B0A-4D32-B191-1198B87AD5AE}" srcOrd="0" destOrd="0" presId="urn:microsoft.com/office/officeart/2011/layout/HexagonRadial"/>
    <dgm:cxn modelId="{4619D6B9-2140-4701-BA3E-14677E86FE05}" type="presOf" srcId="{BC85432A-16A4-49BA-8FF4-83E9777D33E9}" destId="{81ED799A-E150-4841-8230-0B3202C87B2B}" srcOrd="0" destOrd="0" presId="urn:microsoft.com/office/officeart/2011/layout/HexagonRadial"/>
    <dgm:cxn modelId="{4F3122BC-B5EA-4E4D-928A-CD21C6558C5A}" type="presOf" srcId="{61B5BF85-6DD1-46D2-8782-AF52CC82A064}" destId="{8D9090B3-7959-474F-97C5-A88D2B2AF355}" srcOrd="0" destOrd="0" presId="urn:microsoft.com/office/officeart/2011/layout/HexagonRadial"/>
    <dgm:cxn modelId="{D3AAF1C9-B486-49E4-8424-668FC5D186D8}" srcId="{942CE6FB-94A8-469B-8521-5317865E1071}" destId="{1BF661D1-0089-4EE7-B933-6DE89E89DB80}" srcOrd="5" destOrd="0" parTransId="{E6F62FB3-2803-4D63-B33D-A7B9F3EEC763}" sibTransId="{73BBEB01-A24A-48FF-A3E2-6849B98A9A6F}"/>
    <dgm:cxn modelId="{91C89CDA-C0BA-41FF-B2E2-33E546D576E1}" srcId="{942CE6FB-94A8-469B-8521-5317865E1071}" destId="{B143EFE3-8A4A-4083-9FE7-295C4CA40F95}" srcOrd="4" destOrd="0" parTransId="{F11BE43E-D605-4593-AF6F-9E886491FC86}" sibTransId="{1A95BA71-D062-4068-AB2A-0CADD1F99CD8}"/>
    <dgm:cxn modelId="{5CB532EE-DA03-4554-9BD9-1143CC4CE6F6}" type="presOf" srcId="{1BF661D1-0089-4EE7-B933-6DE89E89DB80}" destId="{345B8152-51E4-4CE1-A641-8B9DD615EB7C}" srcOrd="0" destOrd="0" presId="urn:microsoft.com/office/officeart/2011/layout/HexagonRadial"/>
    <dgm:cxn modelId="{83BC33EE-978D-42D7-850E-22ACA0010429}" type="presOf" srcId="{E142CF8B-034B-4BA0-B7FB-0886A5DE5D89}" destId="{812291B4-2A93-4F27-99E4-DA8FB6B0AAF0}" srcOrd="0" destOrd="0" presId="urn:microsoft.com/office/officeart/2011/layout/HexagonRadial"/>
    <dgm:cxn modelId="{EB0B6EF8-FB79-4B9B-AA6B-74445370E9FB}" srcId="{942CE6FB-94A8-469B-8521-5317865E1071}" destId="{9ABA984B-D25E-4032-819A-EECB0FBDE1F3}" srcOrd="0" destOrd="0" parTransId="{D6C701B5-13FB-45B8-B0FA-424E36C9C0F3}" sibTransId="{A976898E-9332-47EB-83E0-3AF822D22FBF}"/>
    <dgm:cxn modelId="{6A31EDD9-0EF1-474E-8506-6C998533FC4E}" type="presParOf" srcId="{812291B4-2A93-4F27-99E4-DA8FB6B0AAF0}" destId="{49BAD5C8-3D66-4A52-8C4D-5CBA15CEA364}" srcOrd="0" destOrd="0" presId="urn:microsoft.com/office/officeart/2011/layout/HexagonRadial"/>
    <dgm:cxn modelId="{4F0BA848-10E2-4A77-851C-ED60BDFE6054}" type="presParOf" srcId="{812291B4-2A93-4F27-99E4-DA8FB6B0AAF0}" destId="{BD6A4837-B4C3-4CB2-93E3-EFEACF46D7B2}" srcOrd="1" destOrd="0" presId="urn:microsoft.com/office/officeart/2011/layout/HexagonRadial"/>
    <dgm:cxn modelId="{33CF00D3-40E1-48EB-82FF-194E1D915005}" type="presParOf" srcId="{BD6A4837-B4C3-4CB2-93E3-EFEACF46D7B2}" destId="{FA03EFF9-0972-4C57-ACD6-BD47E3A068F7}" srcOrd="0" destOrd="0" presId="urn:microsoft.com/office/officeart/2011/layout/HexagonRadial"/>
    <dgm:cxn modelId="{78B473B6-BF41-4B6C-AE03-22D8DC2639CD}" type="presParOf" srcId="{812291B4-2A93-4F27-99E4-DA8FB6B0AAF0}" destId="{1A4C545A-2B0A-4D32-B191-1198B87AD5AE}" srcOrd="2" destOrd="0" presId="urn:microsoft.com/office/officeart/2011/layout/HexagonRadial"/>
    <dgm:cxn modelId="{A168AA75-AA27-4459-BD95-16F4A172F9C9}" type="presParOf" srcId="{812291B4-2A93-4F27-99E4-DA8FB6B0AAF0}" destId="{FA0A066B-92F0-4222-B30D-6373F706FCB8}" srcOrd="3" destOrd="0" presId="urn:microsoft.com/office/officeart/2011/layout/HexagonRadial"/>
    <dgm:cxn modelId="{D7C1D38B-416B-4435-9F26-8318D7547159}" type="presParOf" srcId="{FA0A066B-92F0-4222-B30D-6373F706FCB8}" destId="{9EA4DD3A-57CF-424C-A391-967CCB264CD6}" srcOrd="0" destOrd="0" presId="urn:microsoft.com/office/officeart/2011/layout/HexagonRadial"/>
    <dgm:cxn modelId="{F309BD42-269A-4A68-8C2B-D913F1135C78}" type="presParOf" srcId="{812291B4-2A93-4F27-99E4-DA8FB6B0AAF0}" destId="{4CC72649-FAAF-4839-A1A6-8256C25C1CF7}" srcOrd="4" destOrd="0" presId="urn:microsoft.com/office/officeart/2011/layout/HexagonRadial"/>
    <dgm:cxn modelId="{37CC631E-66B9-49DD-8A63-69A5DD2848B8}" type="presParOf" srcId="{812291B4-2A93-4F27-99E4-DA8FB6B0AAF0}" destId="{C45F90D1-73DC-4894-8FEB-35AFDB445CB4}" srcOrd="5" destOrd="0" presId="urn:microsoft.com/office/officeart/2011/layout/HexagonRadial"/>
    <dgm:cxn modelId="{3C938B9E-73CE-4696-A362-1BAB6321AEF7}" type="presParOf" srcId="{C45F90D1-73DC-4894-8FEB-35AFDB445CB4}" destId="{F0B2AADD-E94A-4108-8C70-E68BD13772C1}" srcOrd="0" destOrd="0" presId="urn:microsoft.com/office/officeart/2011/layout/HexagonRadial"/>
    <dgm:cxn modelId="{AC9877EF-3F6F-4DBC-A8DC-4AA3CDD0AA92}" type="presParOf" srcId="{812291B4-2A93-4F27-99E4-DA8FB6B0AAF0}" destId="{8D9090B3-7959-474F-97C5-A88D2B2AF355}" srcOrd="6" destOrd="0" presId="urn:microsoft.com/office/officeart/2011/layout/HexagonRadial"/>
    <dgm:cxn modelId="{B771DAEA-8122-4DAF-A2F8-F85CAE54D563}" type="presParOf" srcId="{812291B4-2A93-4F27-99E4-DA8FB6B0AAF0}" destId="{10E35CF4-9896-4C55-B2A4-CAF89CA3FD50}" srcOrd="7" destOrd="0" presId="urn:microsoft.com/office/officeart/2011/layout/HexagonRadial"/>
    <dgm:cxn modelId="{F9FDF93F-1D9E-4D28-BA29-710216D5B91D}" type="presParOf" srcId="{10E35CF4-9896-4C55-B2A4-CAF89CA3FD50}" destId="{B18DC8E2-067F-4449-8912-0EA5842F5B69}" srcOrd="0" destOrd="0" presId="urn:microsoft.com/office/officeart/2011/layout/HexagonRadial"/>
    <dgm:cxn modelId="{3D3D87E2-95E2-4D03-9231-F88DA331EF0C}" type="presParOf" srcId="{812291B4-2A93-4F27-99E4-DA8FB6B0AAF0}" destId="{81ED799A-E150-4841-8230-0B3202C87B2B}" srcOrd="8" destOrd="0" presId="urn:microsoft.com/office/officeart/2011/layout/HexagonRadial"/>
    <dgm:cxn modelId="{08160A93-0F3F-40C0-88A1-B77EEA0DB733}" type="presParOf" srcId="{812291B4-2A93-4F27-99E4-DA8FB6B0AAF0}" destId="{EED01A13-0D4E-4BA4-B463-4BE9FE8742B0}" srcOrd="9" destOrd="0" presId="urn:microsoft.com/office/officeart/2011/layout/HexagonRadial"/>
    <dgm:cxn modelId="{690CD997-5D52-4B14-AC26-0D032DD66310}" type="presParOf" srcId="{EED01A13-0D4E-4BA4-B463-4BE9FE8742B0}" destId="{7A50EC39-0904-4469-A9A7-9F3A484E395F}" srcOrd="0" destOrd="0" presId="urn:microsoft.com/office/officeart/2011/layout/HexagonRadial"/>
    <dgm:cxn modelId="{99E8F1F9-D5A2-42C8-A253-D45FB0479398}" type="presParOf" srcId="{812291B4-2A93-4F27-99E4-DA8FB6B0AAF0}" destId="{18C5A95A-7D16-4A11-9D60-4629A0B07ACD}" srcOrd="10" destOrd="0" presId="urn:microsoft.com/office/officeart/2011/layout/HexagonRadial"/>
    <dgm:cxn modelId="{FC819684-FBF1-4F8A-B2BC-554D8489A4BC}" type="presParOf" srcId="{812291B4-2A93-4F27-99E4-DA8FB6B0AAF0}" destId="{0B4736ED-9A59-43C9-9B38-C4AA2B2D36F1}" srcOrd="11" destOrd="0" presId="urn:microsoft.com/office/officeart/2011/layout/HexagonRadial"/>
    <dgm:cxn modelId="{A8ECAC21-9216-4EFD-B4FF-5B8BD1E92960}" type="presParOf" srcId="{0B4736ED-9A59-43C9-9B38-C4AA2B2D36F1}" destId="{5C0D6683-DD99-4CF3-8FB9-A3BC7F9DB601}" srcOrd="0" destOrd="0" presId="urn:microsoft.com/office/officeart/2011/layout/HexagonRadial"/>
    <dgm:cxn modelId="{D1C82EA8-BA13-46BF-8801-98F567C82764}" type="presParOf" srcId="{812291B4-2A93-4F27-99E4-DA8FB6B0AAF0}" destId="{345B8152-51E4-4CE1-A641-8B9DD615EB7C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BAD5C8-3D66-4A52-8C4D-5CBA15CEA364}">
      <dsp:nvSpPr>
        <dsp:cNvPr id="0" name=""/>
        <dsp:cNvSpPr/>
      </dsp:nvSpPr>
      <dsp:spPr>
        <a:xfrm>
          <a:off x="2915409" y="1946751"/>
          <a:ext cx="2474405" cy="214046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TECH STACK</a:t>
          </a:r>
        </a:p>
      </dsp:txBody>
      <dsp:txXfrm>
        <a:off x="3325453" y="2301455"/>
        <a:ext cx="1654317" cy="1431052"/>
      </dsp:txXfrm>
    </dsp:sp>
    <dsp:sp modelId="{9EA4DD3A-57CF-424C-A391-967CCB264CD6}">
      <dsp:nvSpPr>
        <dsp:cNvPr id="0" name=""/>
        <dsp:cNvSpPr/>
      </dsp:nvSpPr>
      <dsp:spPr>
        <a:xfrm>
          <a:off x="4464862" y="922685"/>
          <a:ext cx="933585" cy="80440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4C545A-2B0A-4D32-B191-1198B87AD5AE}">
      <dsp:nvSpPr>
        <dsp:cNvPr id="0" name=""/>
        <dsp:cNvSpPr/>
      </dsp:nvSpPr>
      <dsp:spPr>
        <a:xfrm>
          <a:off x="3143337" y="0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Machine learning</a:t>
          </a:r>
        </a:p>
      </dsp:txBody>
      <dsp:txXfrm>
        <a:off x="3479380" y="290716"/>
        <a:ext cx="1355671" cy="1172816"/>
      </dsp:txXfrm>
    </dsp:sp>
    <dsp:sp modelId="{F0B2AADD-E94A-4108-8C70-E68BD13772C1}">
      <dsp:nvSpPr>
        <dsp:cNvPr id="0" name=""/>
        <dsp:cNvSpPr/>
      </dsp:nvSpPr>
      <dsp:spPr>
        <a:xfrm>
          <a:off x="5554429" y="2426499"/>
          <a:ext cx="933585" cy="80440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72649-FAAF-4839-A1A6-8256C25C1CF7}">
      <dsp:nvSpPr>
        <dsp:cNvPr id="0" name=""/>
        <dsp:cNvSpPr/>
      </dsp:nvSpPr>
      <dsp:spPr>
        <a:xfrm>
          <a:off x="5003027" y="1078980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HTML</a:t>
          </a:r>
        </a:p>
      </dsp:txBody>
      <dsp:txXfrm>
        <a:off x="5339070" y="1369696"/>
        <a:ext cx="1355671" cy="1172816"/>
      </dsp:txXfrm>
    </dsp:sp>
    <dsp:sp modelId="{B18DC8E2-067F-4449-8912-0EA5842F5B69}">
      <dsp:nvSpPr>
        <dsp:cNvPr id="0" name=""/>
        <dsp:cNvSpPr/>
      </dsp:nvSpPr>
      <dsp:spPr>
        <a:xfrm>
          <a:off x="4797546" y="4124023"/>
          <a:ext cx="933585" cy="80440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9090B3-7959-474F-97C5-A88D2B2AF355}">
      <dsp:nvSpPr>
        <dsp:cNvPr id="0" name=""/>
        <dsp:cNvSpPr/>
      </dsp:nvSpPr>
      <dsp:spPr>
        <a:xfrm>
          <a:off x="5003027" y="3200130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CSS</a:t>
          </a:r>
        </a:p>
      </dsp:txBody>
      <dsp:txXfrm>
        <a:off x="5339070" y="3490846"/>
        <a:ext cx="1355671" cy="1172816"/>
      </dsp:txXfrm>
    </dsp:sp>
    <dsp:sp modelId="{7A50EC39-0904-4469-A9A7-9F3A484E395F}">
      <dsp:nvSpPr>
        <dsp:cNvPr id="0" name=""/>
        <dsp:cNvSpPr/>
      </dsp:nvSpPr>
      <dsp:spPr>
        <a:xfrm>
          <a:off x="2920014" y="4300232"/>
          <a:ext cx="933585" cy="80440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D799A-E150-4841-8230-0B3202C87B2B}">
      <dsp:nvSpPr>
        <dsp:cNvPr id="0" name=""/>
        <dsp:cNvSpPr/>
      </dsp:nvSpPr>
      <dsp:spPr>
        <a:xfrm>
          <a:off x="3143337" y="4280318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Javascript</a:t>
          </a:r>
          <a:endParaRPr lang="en-US" sz="2500" kern="1200" dirty="0"/>
        </a:p>
      </dsp:txBody>
      <dsp:txXfrm>
        <a:off x="3479380" y="4571034"/>
        <a:ext cx="1355671" cy="1172816"/>
      </dsp:txXfrm>
    </dsp:sp>
    <dsp:sp modelId="{5C0D6683-DD99-4CF3-8FB9-A3BC7F9DB601}">
      <dsp:nvSpPr>
        <dsp:cNvPr id="0" name=""/>
        <dsp:cNvSpPr/>
      </dsp:nvSpPr>
      <dsp:spPr>
        <a:xfrm>
          <a:off x="1812603" y="2797021"/>
          <a:ext cx="933585" cy="804407"/>
        </a:xfrm>
        <a:prstGeom prst="hexagon">
          <a:avLst>
            <a:gd name="adj" fmla="val 28900"/>
            <a:gd name="vf" fmla="val 11547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5A95A-7D16-4A11-9D60-4629A0B07ACD}">
      <dsp:nvSpPr>
        <dsp:cNvPr id="0" name=""/>
        <dsp:cNvSpPr/>
      </dsp:nvSpPr>
      <dsp:spPr>
        <a:xfrm>
          <a:off x="1275014" y="3201337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611057" y="3492053"/>
        <a:ext cx="1355671" cy="1172816"/>
      </dsp:txXfrm>
    </dsp:sp>
    <dsp:sp modelId="{345B8152-51E4-4CE1-A641-8B9DD615EB7C}">
      <dsp:nvSpPr>
        <dsp:cNvPr id="0" name=""/>
        <dsp:cNvSpPr/>
      </dsp:nvSpPr>
      <dsp:spPr>
        <a:xfrm>
          <a:off x="1275014" y="1076566"/>
          <a:ext cx="2027757" cy="1754248"/>
        </a:xfrm>
        <a:prstGeom prst="hexagon">
          <a:avLst>
            <a:gd name="adj" fmla="val 28570"/>
            <a:gd name="vf" fmla="val 1154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Python</a:t>
          </a:r>
        </a:p>
      </dsp:txBody>
      <dsp:txXfrm>
        <a:off x="1611057" y="1367282"/>
        <a:ext cx="1355671" cy="117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1E0A05-FC3D-4FE2-A824-6BD01198F83D}" type="datetimeFigureOut">
              <a:rPr lang="en-IN" smtClean="0"/>
              <a:pPr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223A8-AE79-4298-8971-4068696906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78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A223A8-AE79-4298-8971-4068696906F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72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asej.2026.104061" TargetMode="External"/><Relationship Id="rId2" Type="http://schemas.openxmlformats.org/officeDocument/2006/relationships/hyperlink" Target="https://doi.org/10.1016/j.compind.2022.103751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oi.org/10.22214/ijraset.2019.4307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2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3:creationId id="{5C606DF3-D6F5-DAB1-A491-7FB250B6EDA4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CrowdSafe AI</a:t>
            </a:r>
          </a:p>
        </p:txBody>
      </p:sp>
      <p:sp>
        <p:nvSpPr>
          <p:cNvPr id="5" name="TextBox 4">
            <a:extLst>
              <a:ext uri="{FF2B5EF4-FFF2-40B4-BE49-F238E27FC236}">
                <ns3:creationId id="{C40C6B41-7F94-A9C7-7D76-E67EAECC8C73}"/>
              </a:ext>
            </a:extLst>
          </p:cNvPr>
          <p:cNvSpPr txBox="1"/>
          <p:nvPr/>
        </p:nvSpPr>
        <p:spPr>
          <a:xfrm>
            <a:off x="152400" y="2636320"/>
            <a:ext cx="1554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4BACC6"/>
                </a:solidFill>
              </a:rPr>
              <a:t>Project Title :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CrowdSafe AI</a:t>
            </a:r>
            <a:r>
              <a:rPr lang="en-US" sz="4000" dirty="0"/>
              <a:t>: Intelligent Crowd Safety Command Center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ns3:creationId id="{AC241F3F-55ED-308C-0B60-CE59866867DB}"/>
              </a:ext>
            </a:extLst>
          </p:cNvPr>
          <p:cNvSpPr txBox="1"/>
          <p:nvPr/>
        </p:nvSpPr>
        <p:spPr>
          <a:xfrm>
            <a:off x="152400" y="4077452"/>
            <a:ext cx="14630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4BACC6"/>
                </a:solidFill>
              </a:rPr>
              <a:t>Project Domain:</a:t>
            </a:r>
            <a:r>
              <a:rPr lang="en-IN" sz="4000" dirty="0">
                <a:solidFill>
                  <a:srgbClr val="4BACC6"/>
                </a:solidFill>
              </a:rPr>
              <a:t> </a:t>
            </a:r>
            <a:r>
              <a:rPr lang="en-IN" sz="4000" dirty="0"/>
              <a:t>Computer Vision / AI / Public Safety</a:t>
            </a:r>
            <a:endParaRPr lang="en-IN" sz="4000" b="1" dirty="0"/>
          </a:p>
        </p:txBody>
      </p:sp>
      <p:sp>
        <p:nvSpPr>
          <p:cNvPr id="7" name="TextBox 6">
            <a:extLst>
              <a:ext uri="{FF2B5EF4-FFF2-40B4-BE49-F238E27FC236}">
                <ns3:creationId id="{90F6709B-E598-A61C-C465-2E1198200B55}"/>
              </a:ext>
            </a:extLst>
          </p:cNvPr>
          <p:cNvSpPr txBox="1"/>
          <p:nvPr/>
        </p:nvSpPr>
        <p:spPr>
          <a:xfrm>
            <a:off x="228600" y="5518978"/>
            <a:ext cx="716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4BACC6"/>
                </a:solidFill>
              </a:rPr>
              <a:t>Team Name :  </a:t>
            </a:r>
            <a:r>
              <a:rPr lang="en-US" sz="4000" dirty="0"/>
              <a:t>CrowdSafe AI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ns3:creationId id="{5BBF666E-11A1-1068-02BA-ABAC7B82EBF9}"/>
              </a:ext>
            </a:extLst>
          </p:cNvPr>
          <p:cNvSpPr txBox="1"/>
          <p:nvPr/>
        </p:nvSpPr>
        <p:spPr>
          <a:xfrm>
            <a:off x="241852" y="7098039"/>
            <a:ext cx="15226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4BACC6"/>
                </a:solidFill>
              </a:rPr>
              <a:t>Team Members : </a:t>
            </a:r>
            <a:r>
              <a:rPr lang="en-IN" sz="4000" dirty="0"/>
              <a:t>To be</a:t>
            </a:r>
            <a:r>
              <a:rPr lang="en-IN" sz="4000" dirty="0" err="1"/>
              <a:t>filled</a:t>
            </a:r>
            <a:r>
              <a:rPr lang="en-IN" sz="4000" dirty="0"/>
              <a:t>with</a:t>
            </a:r>
            <a:r>
              <a:rPr lang="en-IN" sz="4000" dirty="0" err="1"/>
              <a:t>team</a:t>
            </a:r>
            <a:r>
              <a:rPr lang="en-IN" sz="4000" dirty="0"/>
              <a:t>names</a:t>
            </a:r>
            <a:r>
              <a:rPr lang="en-IN" sz="4000" dirty="0" err="1"/>
              <a:t> </a:t>
            </a:r>
            <a:r>
              <a:rPr lang="en-IN" sz="4000" dirty="0"/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ns3:creationId id="{457E525C-933E-7443-6127-FBCC73196487}"/>
              </a:ext>
            </a:extLst>
          </p:cNvPr>
          <p:cNvSpPr/>
          <p:nvPr/>
        </p:nvSpPr>
        <p:spPr>
          <a:xfrm>
            <a:off x="0" y="9960166"/>
            <a:ext cx="18364200" cy="38587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ns3:creationId id="{F111D44F-7BBC-E2C5-0461-910037D292A2}"/>
              </a:ext>
            </a:extLst>
          </p:cNvPr>
          <p:cNvSpPr txBox="1"/>
          <p:nvPr/>
        </p:nvSpPr>
        <p:spPr>
          <a:xfrm>
            <a:off x="8039100" y="9977968"/>
            <a:ext cx="9372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@KEC PROJXPO</a:t>
            </a:r>
          </a:p>
        </p:txBody>
      </p:sp>
      <p:pic>
        <p:nvPicPr>
          <p:cNvPr id="11" name="Picture 10">
            <a:extLst>
              <a:ext uri="{FF2B5EF4-FFF2-40B4-BE49-F238E27FC236}">
                <ns3:creationId id="{7B73AA56-21CF-3436-1460-C37E6F574E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334000" y="-84341"/>
            <a:ext cx="1972253" cy="1314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CBB26CA1-DEF3-1B8F-518F-F910336D0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BB970F2E-2A5D-C92C-7099-8459EF033150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2A39B755-7ABC-61E6-78F9-379739CB4827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Problem Statement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5A951DC5-0ED0-44DB-0D47-9AC20EBFFFC3}"/>
              </a:ext>
            </a:extLst>
          </p:cNvPr>
          <p:cNvSpPr/>
          <p:nvPr/>
        </p:nvSpPr>
        <p:spPr>
          <a:xfrm>
            <a:off x="-120041" y="9870120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ns2:creationId id="{148BE749-0E2A-85B6-D97B-91EE1E4658B1}"/>
              </a:ext>
            </a:extLst>
          </p:cNvPr>
          <p:cNvSpPr txBox="1"/>
          <p:nvPr/>
        </p:nvSpPr>
        <p:spPr>
          <a:xfrm>
            <a:off x="7557418" y="9882124"/>
            <a:ext cx="7696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Passive CCTV reacts too late.</a:t>
            </a:r>
          </a:p>
        </p:txBody>
      </p:sp>
      <p:pic>
        <p:nvPicPr>
          <p:cNvPr id="11" name="Picture 10">
            <a:extLst>
              <a:ext uri="{FF2B5EF4-FFF2-40B4-BE49-F238E27FC236}">
                <ns2:creationId id="{B60E89EB-B9F4-7A75-15FC-DE2F2C4554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35490"/>
            <a:ext cx="1972253" cy="1314322"/>
          </a:xfrm>
          <a:prstGeom prst="rect">
            <a:avLst/>
          </a:prstGeom>
        </p:spPr>
      </p:pic>
      <p:sp>
        <p:nvSpPr>
          <p:cNvPr id="5" name="AutoShape 2">
            <a:extLst>
              <a:ext uri="{FF2B5EF4-FFF2-40B4-BE49-F238E27FC236}">
                <ns2:creationId id="{627BAB93-7A9D-BBF0-7C13-A5B97341C7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ns2:creationId id="{97E5CA98-4767-1340-E03C-EBF426693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2133600" y="1259521"/>
            <a:ext cx="14859000" cy="8288536"/>
          </a:xfrm>
          <a:prstGeom prst="rect">
            <a:avLst/>
          </a:prstGeom>
        </p:spPr>
      </p:pic>
    </p:spTree>
    <p:extLst>
      <p:ext uri="{BB962C8B-B14F-4D97-AF65-F5344CB8AC3E}">
        <ns5:creationId val="3631720194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6434BF89-6381-5288-36CA-C1778E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3E9060EF-C853-222D-742B-1A484CE06603}"/>
              </a:ext>
            </a:extLst>
          </p:cNvPr>
          <p:cNvSpPr/>
          <p:nvPr/>
        </p:nvSpPr>
        <p:spPr>
          <a:xfrm>
            <a:off x="-152400" y="0"/>
            <a:ext cx="18364200" cy="10096305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F5E86106-D554-E87E-C081-942FD0530E7C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Proposed Solution</a:t>
            </a:r>
          </a:p>
        </p:txBody>
      </p:sp>
      <p:sp>
        <p:nvSpPr>
          <p:cNvPr id="8" name="Rectangle 7">
            <a:extLst>
              <a:ext uri="{FF2B5EF4-FFF2-40B4-BE49-F238E27FC236}">
                <ns2:creationId id="{4204A441-F3BF-1C2D-B016-97DCF0E52868}"/>
              </a:ext>
            </a:extLst>
          </p:cNvPr>
          <p:cNvSpPr/>
          <p:nvPr/>
        </p:nvSpPr>
        <p:spPr>
          <a:xfrm>
            <a:off x="-92379" y="9832410"/>
            <a:ext cx="18364200" cy="45458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ns2:creationId id="{D6E288AC-DE9E-F069-3768-092DF995015D}"/>
              </a:ext>
            </a:extLst>
          </p:cNvPr>
          <p:cNvSpPr txBox="1"/>
          <p:nvPr/>
        </p:nvSpPr>
        <p:spPr>
          <a:xfrm>
            <a:off x="7391400" y="9832410"/>
            <a:ext cx="3276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Edge-first crowd intelligence pipeline.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ns2:creationId id="{D9E42980-A27D-8BEE-6C5F-808619D3BD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57345"/>
            <a:ext cx="1972253" cy="1314322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5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181100"/>
            <a:ext cx="18288000" cy="86105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ns2:creationId id="{83666AF8-2F4C-2586-B165-4957A0B37D3A}"/>
              </a:ext>
            </a:extLst>
          </p:cNvPr>
          <p:cNvSpPr txBox="1"/>
          <p:nvPr/>
        </p:nvSpPr>
        <p:spPr>
          <a:xfrm>
            <a:off x="318655" y="1151950"/>
            <a:ext cx="5929745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9FD3E1"/>
                </a:solidFill>
                <a:latin typeface="Arial" pitchFamily="34" charset="0"/>
                <a:cs typeface="Arial" pitchFamily="34" charset="0"/>
              </a:rPr>
              <a:t>YOLOv8 + SORT + LSTM + FastAPI</a:t>
            </a:r>
          </a:p>
        </p:txBody>
      </p:sp>
    </p:spTree>
    <p:extLst>
      <p:ext uri="{BB962C8B-B14F-4D97-AF65-F5344CB8AC3E}">
        <ns5:creationId val="281169616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3739747-66AF-C2C0-83E2-9F8F5D5C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16C6AE47-4504-9292-EEFB-19B053587054}"/>
              </a:ext>
            </a:extLst>
          </p:cNvPr>
          <p:cNvSpPr/>
          <p:nvPr/>
        </p:nvSpPr>
        <p:spPr>
          <a:xfrm>
            <a:off x="62108" y="24245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EA29A702-D744-47E8-B8C7-E7E313F759F8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Sustainability Impact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4F22375C-DBC4-E84E-C229-F7102FA6B31E}"/>
              </a:ext>
            </a:extLst>
          </p:cNvPr>
          <p:cNvSpPr txBox="1"/>
          <p:nvPr/>
        </p:nvSpPr>
        <p:spPr>
          <a:xfrm>
            <a:off x="-152400" y="2705100"/>
            <a:ext cx="15087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Aligned to SDG 3, 9, 11, and 16.</a:t>
            </a:r>
          </a:p>
        </p:txBody>
      </p:sp>
      <p:sp>
        <p:nvSpPr>
          <p:cNvPr id="9" name="Rectangle 8">
            <a:extLst>
              <a:ext uri="{FF2B5EF4-FFF2-40B4-BE49-F238E27FC236}">
                <ns2:creationId id="{E2EC3FCF-78FD-BD69-AC4D-08634BE4753C}"/>
              </a:ext>
            </a:extLst>
          </p:cNvPr>
          <p:cNvSpPr/>
          <p:nvPr/>
        </p:nvSpPr>
        <p:spPr>
          <a:xfrm>
            <a:off x="62108" y="9834630"/>
            <a:ext cx="1838038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ns2:creationId id="{68E9C561-81C1-ACC2-A6F8-AFC5ED9E5703}"/>
              </a:ext>
            </a:extLst>
          </p:cNvPr>
          <p:cNvSpPr txBox="1"/>
          <p:nvPr/>
        </p:nvSpPr>
        <p:spPr>
          <a:xfrm>
            <a:off x="7772400" y="9834630"/>
            <a:ext cx="8458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CrowdSafe AI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ns2:creationId id="{E235090E-17A7-32D4-0ADE-2785DA167D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419147" y="-76072"/>
            <a:ext cx="1972253" cy="1314322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257300"/>
            <a:ext cx="18288000" cy="8534399"/>
          </a:xfrm>
          <a:prstGeom prst="rect">
            <a:avLst/>
          </a:prstGeom>
        </p:spPr>
      </p:pic>
    </p:spTree>
    <p:extLst>
      <p:ext uri="{BB962C8B-B14F-4D97-AF65-F5344CB8AC3E}">
        <ns5:creationId val="1850299552"/>
      </p:ext>
    </p:extLst>
  </p:cSld>
  <p:clrMapOvr>
    <a:masterClrMapping/>
  </p:clrMapOvr>
</p:sld>
</file>

<file path=ppt/slides/slide5.xml><?xml version="1.0" encoding="utf-8"?>
<p:sld xmlns:a="http://schemas.openxmlformats.org/drawingml/2006/main" xmlns:dgm="http://schemas.openxmlformats.org/drawingml/2006/diagram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6B23AA15-7884-A1B2-A06D-D26C729D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2B3223CF-AA74-D5D3-B242-B4D3D9371744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FED7CF5D-6204-51C1-4967-CB741EA7D935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Technical Approach</a:t>
            </a:r>
          </a:p>
        </p:txBody>
      </p:sp>
      <p:sp>
        <p:nvSpPr>
          <p:cNvPr id="6" name="TextBox 5">
            <a:extLst>
              <a:ext uri="{FF2B5EF4-FFF2-40B4-BE49-F238E27FC236}">
                <ns2:creationId id="{DA8AE608-BE31-97F0-F6C4-3DF2BF2432B9}"/>
              </a:ext>
            </a:extLst>
          </p:cNvPr>
          <p:cNvSpPr txBox="1"/>
          <p:nvPr/>
        </p:nvSpPr>
        <p:spPr>
          <a:xfrm>
            <a:off x="685800" y="151001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YOLOv8, SORT, OpenCV, PyTorch, FastAPI, WebSocket</a:t>
            </a:r>
            <a:endParaRPr lang="en-IN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ns2:creationId id="{B9B69F58-BD0A-0108-6999-BC2846306B76}"/>
              </a:ext>
            </a:extLst>
          </p:cNvPr>
          <p:cNvSpPr/>
          <p:nvPr/>
        </p:nvSpPr>
        <p:spPr>
          <a:xfrm>
            <a:off x="-76200" y="9834630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2F3E8EDF-45DF-B0AF-4C70-A0266F6A2674}"/>
              </a:ext>
            </a:extLst>
          </p:cNvPr>
          <p:cNvSpPr txBox="1"/>
          <p:nvPr/>
        </p:nvSpPr>
        <p:spPr>
          <a:xfrm>
            <a:off x="7696200" y="9858543"/>
            <a:ext cx="6934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Local inference and live dashboard stack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ns2:creationId id="{38684499-17E4-A18A-55BA-183D76BF22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62775"/>
            <a:ext cx="1972253" cy="1314322"/>
          </a:xfrm>
          <a:prstGeom prst="rect">
            <a:avLst/>
          </a:prstGeom>
        </p:spPr>
      </p:pic>
      <p:graphicFrame>
        <p:nvGraphicFramePr>
          <p:cNvPr id="3" name="Diagram 2"/>
          <p:cNvGraphicFramePr/>
          <p:nvPr>
            <p:extLst>
              <p:ext uri="{D42A27DB-BD31-4B8C-83A1-F6EECF244321}">
                <ns5:modId val="4200010697"/>
              </p:ext>
            </p:extLst>
          </p:nvPr>
        </p:nvGraphicFramePr>
        <p:xfrm>
          <a:off x="-325582" y="2537933"/>
          <a:ext cx="8305800" cy="6034567"/>
        </p:xfrm>
        <a:graphic>
          <a:graphicData uri="http://schemas.openxmlformats.org/drawingml/2006/diagram">
            <dgm:relIds r:dm="rId4" r:lo="rId5" r:qs="rId6" r:cs="rId7"/>
          </a:graphicData>
        </a:graphic>
      </p:graphicFrame>
      <p:pic>
        <p:nvPicPr>
          <p:cNvPr id="10" name="Picture 9"/>
          <p:cNvPicPr/>
          <p:nvPr/>
        </p:nvPicPr>
        <p:blipFill>
          <a:blip r:embed="rId9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7010400" y="2450124"/>
            <a:ext cx="10896600" cy="6122376"/>
          </a:xfrm>
          <a:prstGeom prst="rect">
            <a:avLst/>
          </a:prstGeom>
        </p:spPr>
      </p:pic>
    </p:spTree>
    <p:extLst>
      <p:ext uri="{BB962C8B-B14F-4D97-AF65-F5344CB8AC3E}">
        <ns5:creationId val="3898415007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5DDD2DF-BFC5-0784-885B-FADB7EB2B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1C626CD7-EE33-8BC2-7A8B-D36C645E58C8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4760BF4E-5517-D8CD-435D-0768C1240FDF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Feasibility and Viability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7B1BC431-C645-F301-CE95-C124414649B4}"/>
              </a:ext>
            </a:extLst>
          </p:cNvPr>
          <p:cNvSpPr/>
          <p:nvPr/>
        </p:nvSpPr>
        <p:spPr>
          <a:xfrm>
            <a:off x="-76200" y="9834630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DB2300B7-031A-1CCB-2C30-76330237328E}"/>
              </a:ext>
            </a:extLst>
          </p:cNvPr>
          <p:cNvSpPr txBox="1"/>
          <p:nvPr/>
        </p:nvSpPr>
        <p:spPr>
          <a:xfrm>
            <a:off x="7772400" y="9845590"/>
            <a:ext cx="5105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Runs on existing cameras, supports offline edge deployment, and keeps operating cost low.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ns2:creationId id="{8AFB7C8F-C2F7-5BD3-C890-947AC43B94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334000" y="-50555"/>
            <a:ext cx="1972253" cy="1314322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4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1257300"/>
            <a:ext cx="18288000" cy="8534400"/>
          </a:xfrm>
          <a:prstGeom prst="rect">
            <a:avLst/>
          </a:prstGeom>
        </p:spPr>
      </p:pic>
    </p:spTree>
    <p:extLst>
      <p:ext uri="{BB962C8B-B14F-4D97-AF65-F5344CB8AC3E}">
        <ns5:creationId val="3868398910"/>
      </p:ext>
    </p:extLst>
  </p:cSld>
  <p:clrMapOvr>
    <a:masterClrMapping/>
  </p:clrMapOvr>
</p:sld>
</file>

<file path=ppt/slides/slide7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CC00463-F764-6DE4-10DA-A69BCEBC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3D1FDA43-0E49-CC33-E12D-075510FA0161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A56FD0F1-CFA0-5B61-A20E-21C359F5B98F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Impact and Benefits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248A148E-78DC-D623-E1D5-95623677B849}"/>
              </a:ext>
            </a:extLst>
          </p:cNvPr>
          <p:cNvSpPr/>
          <p:nvPr/>
        </p:nvSpPr>
        <p:spPr>
          <a:xfrm>
            <a:off x="-76200" y="9858939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095DD289-CC25-ED47-5817-5B7BACA6730B}"/>
              </a:ext>
            </a:extLst>
          </p:cNvPr>
          <p:cNvSpPr txBox="1"/>
          <p:nvPr/>
        </p:nvSpPr>
        <p:spPr>
          <a:xfrm>
            <a:off x="7467600" y="9865724"/>
            <a:ext cx="7010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Helps operators, security teams, and organizers intervene before incidents escalate.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ns2:creationId id="{AA6BD723-5D1D-39AE-20F7-2B3037F06C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50500"/>
            <a:ext cx="1972253" cy="1314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ns2:creationId id="{354B4C0C-979A-CC60-8C1F-E90CF1CD3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 t="4931" b="6660"/>
          <a:stretch>
            <a:fillRect/>
          </a:stretch>
        </p:blipFill>
        <p:spPr>
          <a:xfrm>
            <a:off x="-114300" y="1181100"/>
            <a:ext cx="18364200" cy="8653530"/>
          </a:xfrm>
          <a:prstGeom prst="rect">
            <a:avLst/>
          </a:prstGeom>
        </p:spPr>
      </p:pic>
    </p:spTree>
    <p:extLst>
      <p:ext uri="{BB962C8B-B14F-4D97-AF65-F5344CB8AC3E}">
        <ns5:creationId val="1185248052"/>
      </p:ext>
    </p:extLst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BCC00463-F764-6DE4-10DA-A69BCEBC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3D1FDA43-0E49-CC33-E12D-075510FA0161}"/>
              </a:ext>
            </a:extLst>
          </p:cNvPr>
          <p:cNvSpPr/>
          <p:nvPr/>
        </p:nvSpPr>
        <p:spPr>
          <a:xfrm>
            <a:off x="-152400" y="0"/>
            <a:ext cx="18440400" cy="10287000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A56FD0F1-CFA0-5B61-A20E-21C359F5B98F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Key Differentiators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248A148E-78DC-D623-E1D5-95623677B849}"/>
              </a:ext>
            </a:extLst>
          </p:cNvPr>
          <p:cNvSpPr/>
          <p:nvPr/>
        </p:nvSpPr>
        <p:spPr>
          <a:xfrm>
            <a:off x="-76200" y="9858939"/>
            <a:ext cx="183642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095DD289-CC25-ED47-5817-5B7BACA6730B}"/>
              </a:ext>
            </a:extLst>
          </p:cNvPr>
          <p:cNvSpPr txBox="1"/>
          <p:nvPr/>
        </p:nvSpPr>
        <p:spPr>
          <a:xfrm>
            <a:off x="7467600" y="9865724"/>
            <a:ext cx="70104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Predictive alerts, explainability, zone mapping, replay, and no-cloud operation.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ns2:creationId id="{AA6BD723-5D1D-39AE-20F7-2B3037F06C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50500"/>
            <a:ext cx="1972253" cy="1314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ns2:creationId id="{7F9353E9-8D2C-3113-F5B0-1A9271886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 t="4062" b="7423"/>
          <a:stretch>
            <a:fillRect/>
          </a:stretch>
        </p:blipFill>
        <p:spPr>
          <a:xfrm>
            <a:off x="-174320" y="1181100"/>
            <a:ext cx="18462320" cy="913518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ns2:creationId id="{02966FAB-91EA-6011-CBEA-4CAFF929A06A}"/>
              </a:ext>
            </a:extLst>
          </p:cNvPr>
          <p:cNvSpPr/>
          <p:nvPr/>
        </p:nvSpPr>
        <p:spPr>
          <a:xfrm>
            <a:off x="-122129" y="9834629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4" name="TextBox 13">
            <a:extLst>
              <a:ext uri="{FF2B5EF4-FFF2-40B4-BE49-F238E27FC236}">
                <ns2:creationId id="{F14923C2-3595-A151-264E-BC148A9F88F7}"/>
              </a:ext>
            </a:extLst>
          </p:cNvPr>
          <p:cNvSpPr txBox="1"/>
          <p:nvPr/>
        </p:nvSpPr>
        <p:spPr>
          <a:xfrm>
            <a:off x="7391400" y="9834629"/>
            <a:ext cx="5410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CrowdSafe AI</a:t>
            </a:r>
          </a:p>
          <a:p>
            <a:endParaRPr lang="en-IN" dirty="0"/>
          </a:p>
        </p:txBody>
      </p:sp>
    </p:spTree>
    <p:extLst>
      <p:ext uri="{BB962C8B-B14F-4D97-AF65-F5344CB8AC3E}">
        <ns5:creationId val="1185248052"/>
      </p:ext>
    </p:extLst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0074EFA3-8D67-4BE2-79AC-77DE4E758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5766EC8F-9E0F-2347-E561-E36931A96CA9}"/>
              </a:ext>
            </a:extLst>
          </p:cNvPr>
          <p:cNvSpPr/>
          <p:nvPr/>
        </p:nvSpPr>
        <p:spPr>
          <a:xfrm>
            <a:off x="-165652" y="-190696"/>
            <a:ext cx="18440400" cy="10477695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ns2:creationId id="{82B421BA-D855-EF6C-6BBF-EDADE0549699}"/>
              </a:ext>
            </a:extLst>
          </p:cNvPr>
          <p:cNvSpPr/>
          <p:nvPr/>
        </p:nvSpPr>
        <p:spPr>
          <a:xfrm>
            <a:off x="-609600" y="-342048"/>
            <a:ext cx="18927871" cy="1179074"/>
          </a:xfrm>
          <a:prstGeom prst="rect">
            <a:avLst/>
          </a:prstGeom>
          <a:solidFill>
            <a:srgbClr val="4BACC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ns2:creationId id="{804A4EE1-1FC9-444C-F39B-0545927F9675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Research and References</a:t>
            </a:r>
          </a:p>
        </p:txBody>
      </p:sp>
      <p:sp>
        <p:nvSpPr>
          <p:cNvPr id="5" name="TextBox 4">
            <a:extLst>
              <a:ext uri="{FF2B5EF4-FFF2-40B4-BE49-F238E27FC236}">
                <ns2:creationId id="{07EA05DA-9BF5-1C04-520A-517E3BBB7DFE}"/>
              </a:ext>
            </a:extLst>
          </p:cNvPr>
          <p:cNvSpPr txBox="1"/>
          <p:nvPr/>
        </p:nvSpPr>
        <p:spPr>
          <a:xfrm>
            <a:off x="304800" y="1218417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Selected stack and implementation sources.</a:t>
            </a:r>
            <a:endParaRPr lang="en-IN" sz="4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ns2:creationId id="{AAC8CC07-D77E-BCA4-AC69-6CF55CEE5FE8}"/>
              </a:ext>
            </a:extLst>
          </p:cNvPr>
          <p:cNvSpPr txBox="1"/>
          <p:nvPr/>
        </p:nvSpPr>
        <p:spPr>
          <a:xfrm>
            <a:off x="457200" y="2063534"/>
            <a:ext cx="16840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Ultralytics YOLOv8</a:t>
            </a:r>
            <a:r>
              <a:rPr lang="en-IN" sz="2400" dirty="0" err="1"/>
              <a:t>https://docs.ultralytics.com</a:t>
            </a:r>
            <a:r>
              <a:rPr lang="en-IN" sz="2400" dirty="0"/>
              <a:t>SORT + Kalman Filter</a:t>
            </a:r>
            <a:r>
              <a:rPr lang="en-IN" sz="2400" dirty="0" err="1"/>
              <a:t>Multi-object tracking and trajectory persistence</a:t>
            </a:r>
            <a:r>
              <a:rPr lang="en-IN" sz="2400" dirty="0"/>
              <a:t>OpenCV</a:t>
            </a:r>
            <a:r>
              <a:rPr lang="en-IN" sz="2400" u="sng" dirty="0">
                <a:hlinkClick r:id="rId2"/>
              </a:rPr>
              <a:t>Video overlays, heatmaps, and stream rendering</a:t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PyTorch LSTM</a:t>
            </a:r>
            <a:r>
              <a:rPr lang="en-IN" sz="2400" dirty="0" err="1"/>
              <a:t>30s / 60s / 120s crowd-risk forecasting</a:t>
            </a:r>
            <a:r>
              <a:rPr lang="en-IN" sz="2400" dirty="0"/>
              <a:t>FastAPI + WebSocket</a:t>
            </a:r>
            <a:r>
              <a:rPr lang="en-IN" sz="2400" b="1" dirty="0"/>
              <a:t>Live dashboard and streaming API</a:t>
            </a:r>
            <a:r>
              <a:rPr lang="en-IN" sz="2400" dirty="0"/>
              <a:t>SQLite + PDF reports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>Session logs, incident timeline, and exports</a:t>
            </a:r>
            <a:r>
              <a:rPr lang="en-IN" sz="2400" dirty="0" err="1"/>
              <a:t>Project modules</a:t>
            </a:r>
            <a:r>
              <a:rPr lang="en-IN" sz="2400" dirty="0"/>
              <a:t>logger.py, reporter.py, alerts.py, predictor.py</a:t>
            </a:r>
            <a:r>
              <a:rPr lang="en-IN" sz="2400" dirty="0" err="1"/>
              <a:t>Documentation</a:t>
            </a:r>
            <a:r>
              <a:rPr lang="en-IN" sz="2400" dirty="0"/>
              <a:t>README.md, QUICKSTART.md, STATUS.md</a:t>
            </a:r>
            <a:r>
              <a:rPr lang="en-IN" sz="2400" b="1" dirty="0"/>
              <a:t>@KEC PROJXPO</a:t>
            </a:r>
            <a:r>
              <a:rPr lang="en-IN" sz="2400" dirty="0"/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b="1" dirty="0"/>
              <a:t/>
            </a:r>
            <a:r>
              <a:rPr lang="en-IN" sz="2400" dirty="0"/>
              <a:t/>
            </a:r>
            <a:r>
              <a:rPr lang="en-IN" sz="2400" u="sng" dirty="0">
                <a:hlinkClick r:id="rId3"/>
              </a:rPr>
              <a:t/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b="1" dirty="0"/>
              <a:t/>
            </a:r>
            <a:r>
              <a:rPr lang="en-IN" sz="2400" dirty="0"/>
              <a:t/>
            </a:r>
            <a:r>
              <a:rPr lang="en-IN" sz="2400" dirty="0">
                <a:hlinkClick r:id="rId4"/>
              </a:rPr>
              <a:t/>
            </a:r>
            <a:endParaRPr lang="en-IN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b="1" dirty="0"/>
              <a:t/>
            </a:r>
            <a:r>
              <a:rPr lang="en-IN" sz="2400" dirty="0"/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/>
              <a:t/>
            </a:r>
            <a:r>
              <a:rPr lang="en-IN" sz="2400" dirty="0" err="1"/>
              <a:t/>
            </a:r>
            <a:r>
              <a:rPr lang="en-IN" sz="2400" dirty="0"/>
              <a:t/>
            </a:r>
            <a:r>
              <a:rPr lang="en-IN" sz="2400" b="1" dirty="0"/>
              <a:t/>
            </a:r>
            <a:r>
              <a:rPr lang="en-IN" sz="2400" dirty="0"/>
              <a:t/>
            </a:r>
          </a:p>
        </p:txBody>
      </p:sp>
      <p:sp>
        <p:nvSpPr>
          <p:cNvPr id="7" name="Rectangle 6">
            <a:extLst>
              <a:ext uri="{FF2B5EF4-FFF2-40B4-BE49-F238E27FC236}">
                <ns2:creationId id="{81E5D332-A2F5-3D98-B217-CBC6A4AA889E}"/>
              </a:ext>
            </a:extLst>
          </p:cNvPr>
          <p:cNvSpPr/>
          <p:nvPr/>
        </p:nvSpPr>
        <p:spPr>
          <a:xfrm>
            <a:off x="-122129" y="9834629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51A938B2-DD2E-FBBE-9B9C-E547DF532484}"/>
              </a:ext>
            </a:extLst>
          </p:cNvPr>
          <p:cNvSpPr txBox="1"/>
          <p:nvPr/>
        </p:nvSpPr>
        <p:spPr>
          <a:xfrm>
            <a:off x="7391400" y="9834629"/>
            <a:ext cx="5410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/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ns2:creationId id="{EFFD2726-05AE-F6E1-3CBC-7A25CB35D2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266372"/>
            <a:ext cx="1972253" cy="1314322"/>
          </a:xfrm>
          <a:prstGeom prst="rect">
            <a:avLst/>
          </a:prstGeom>
        </p:spPr>
      </p:pic>
    </p:spTree>
    <p:extLst>
      <p:ext uri="{BB962C8B-B14F-4D97-AF65-F5344CB8AC3E}">
        <ns5:creationId val="1794015149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ED9A3728-F5F8-9103-1634-36AD712F0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ns2:creationId id="{965FA98E-6C7B-966B-FE94-C5DF9CC73553}"/>
              </a:ext>
            </a:extLst>
          </p:cNvPr>
          <p:cNvSpPr/>
          <p:nvPr/>
        </p:nvSpPr>
        <p:spPr>
          <a:xfrm>
            <a:off x="-165652" y="-190696"/>
            <a:ext cx="18440400" cy="10477695"/>
          </a:xfrm>
          <a:custGeom>
            <a:avLst/>
            <a:gdLst/>
            <a:ahLst/>
            <a:cxnLst/>
            <a:rect l="l" t="t" r="r" b="b"/>
            <a:pathLst>
              <a:path w="18434696" h="10287000">
                <a:moveTo>
                  <a:pt x="0" y="0"/>
                </a:moveTo>
                <a:lnTo>
                  <a:pt x="18434696" y="0"/>
                </a:lnTo>
                <a:lnTo>
                  <a:pt x="184346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 t="-1450" b="-40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ns2:creationId id="{9D54B8EA-0057-083E-D876-991ADE6700C3}"/>
              </a:ext>
            </a:extLst>
          </p:cNvPr>
          <p:cNvSpPr txBox="1"/>
          <p:nvPr/>
        </p:nvSpPr>
        <p:spPr>
          <a:xfrm>
            <a:off x="304800" y="190695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entury Gothic" panose="020B0502020202020204" pitchFamily="34" charset="0"/>
              </a:rPr>
              <a:t>Deployment and Demo</a:t>
            </a:r>
          </a:p>
        </p:txBody>
      </p:sp>
      <p:sp>
        <p:nvSpPr>
          <p:cNvPr id="7" name="Rectangle 6">
            <a:extLst>
              <a:ext uri="{FF2B5EF4-FFF2-40B4-BE49-F238E27FC236}">
                <ns2:creationId id="{8B195F28-4260-0701-178C-8918C3AD2746}"/>
              </a:ext>
            </a:extLst>
          </p:cNvPr>
          <p:cNvSpPr/>
          <p:nvPr/>
        </p:nvSpPr>
        <p:spPr>
          <a:xfrm>
            <a:off x="-122129" y="9834629"/>
            <a:ext cx="18440400" cy="45237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ns2:creationId id="{5DB0AE5B-DDDB-DD1E-4084-23D3C3A85EB1}"/>
              </a:ext>
            </a:extLst>
          </p:cNvPr>
          <p:cNvSpPr txBox="1"/>
          <p:nvPr/>
        </p:nvSpPr>
        <p:spPr>
          <a:xfrm>
            <a:off x="7391400" y="9834629"/>
            <a:ext cx="5410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rial Rounded MT Bold" panose="020F0704030504030204" pitchFamily="34" charset="0"/>
              </a:rPr>
              <a:t>Live video, camera switching, alerts, forecast bars, incident timeline, and replay clips.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ns2:creationId id="{675793D4-176F-CFAF-3CB9-234747DF6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5257800" y="-266372"/>
            <a:ext cx="1972253" cy="1314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ns2:creationId id="{8DDDDE35-29C0-89FD-DA6D-AD8EDF279A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-122129" y="1047950"/>
            <a:ext cx="18396877" cy="8786679"/>
          </a:xfrm>
          <a:prstGeom prst="rect">
            <a:avLst/>
          </a:prstGeom>
        </p:spPr>
      </p:pic>
    </p:spTree>
    <p:extLst>
      <p:ext uri="{BB962C8B-B14F-4D97-AF65-F5344CB8AC3E}">
        <ns5:creationId val="367433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501</Words>
  <Application>Microsoft Office PowerPoint</Application>
  <PresentationFormat>Custom</PresentationFormat>
  <Paragraphs>45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Wingdings</vt:lpstr>
      <vt:lpstr>Century Gothic</vt:lpstr>
      <vt:lpstr>Aptos</vt:lpstr>
      <vt:lpstr>Arial</vt:lpstr>
      <vt:lpstr>Calibri</vt:lpstr>
      <vt:lpstr>Times New Roman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Keerthana</dc:creator>
  <cp:lastModifiedBy>Dikshana Sumi</cp:lastModifiedBy>
  <cp:revision>19</cp:revision>
  <dcterms:created xsi:type="dcterms:W3CDTF">2006-08-16T00:00:00Z</dcterms:created>
  <dcterms:modified xsi:type="dcterms:W3CDTF">2026-03-26T10:07:58Z</dcterms:modified>
  <dc:identifier>DAHDofY5s4E</dc:identifier>
</cp:coreProperties>
</file>